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Express-Session and Express-Cookie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Theory - The Session and Cookie in an Express.js</a:t>
            </a:r>
            <a:endParaRPr lang="en-US"/>
          </a:p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ICT-VNSGU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Express-Sessions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session in an express.js is mechanism used to store the user data and maintain stateful information across the website.</a:t>
            </a:r>
            <a:endParaRPr lang="en-US"/>
          </a:p>
          <a:p>
            <a:r>
              <a:rPr lang="en-US"/>
              <a:t>since HTTP is a stateless protocol, we can maintain one state using session.</a:t>
            </a:r>
            <a:endParaRPr lang="en-US"/>
          </a:p>
          <a:p>
            <a:r>
              <a:rPr lang="en-US"/>
              <a:t>for an instance we can give the login at once and it will maintain state for user in whole website.</a:t>
            </a:r>
            <a:endParaRPr lang="en-US"/>
          </a:p>
          <a:p>
            <a:r>
              <a:rPr lang="en-US"/>
              <a:t>in an express this functionality can be achived using ‘express-session’ module, it will create unique SessionID for each unique user which will store in clints browser as a cookie and actual data will be stored on the Server.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Working of Session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client sends request to a server.</a:t>
            </a:r>
            <a:endParaRPr lang="en-US"/>
          </a:p>
          <a:p>
            <a:r>
              <a:rPr lang="en-US"/>
              <a:t>server will create session and assign unique sessionID.</a:t>
            </a:r>
            <a:endParaRPr lang="en-US"/>
          </a:p>
          <a:p>
            <a:r>
              <a:rPr lang="en-US"/>
              <a:t>the sessionID is sent to the client as a cookie.</a:t>
            </a:r>
            <a:endParaRPr lang="en-US"/>
          </a:p>
          <a:p>
            <a:r>
              <a:rPr lang="en-US"/>
              <a:t>client will include this ID in an every subsequent request.</a:t>
            </a:r>
            <a:endParaRPr lang="en-US"/>
          </a:p>
          <a:p>
            <a:r>
              <a:rPr lang="en-US"/>
              <a:t>the server will retrive the data using this ID.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//Session Configuration!!</a:t>
            </a:r>
            <a:endParaRPr lang="en-US" altLang="en-US"/>
          </a:p>
          <a:p>
            <a:r>
              <a:rPr lang="en-US" altLang="en-US"/>
              <a:t>sessionapp.use(express_session({</a:t>
            </a:r>
            <a:endParaRPr lang="en-US" altLang="en-US"/>
          </a:p>
          <a:p>
            <a:r>
              <a:rPr lang="en-US" altLang="en-US"/>
              <a:t>    secret : 'enc-type',</a:t>
            </a:r>
            <a:endParaRPr lang="en-US" altLang="en-US"/>
          </a:p>
          <a:p>
            <a:r>
              <a:rPr lang="en-US" altLang="en-US"/>
              <a:t>    saveUninitialized : false,</a:t>
            </a:r>
            <a:endParaRPr lang="en-US" altLang="en-US"/>
          </a:p>
          <a:p>
            <a:r>
              <a:rPr lang="en-US" altLang="en-US"/>
              <a:t>    resave : false</a:t>
            </a:r>
            <a:endParaRPr lang="en-US" altLang="en-US"/>
          </a:p>
          <a:p>
            <a:r>
              <a:rPr lang="en-US" altLang="en-US"/>
              <a:t>}));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//in post method : example           </a:t>
            </a:r>
            <a:endParaRPr lang="en-US" altLang="en-US"/>
          </a:p>
          <a:p>
            <a:r>
              <a:rPr lang="en-US" altLang="en-US"/>
              <a:t> req.session.Password = data.Password;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Options in Session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secret: Used to sign and secure the session ID cookie.</a:t>
            </a:r>
            <a:endParaRPr lang="en-US" altLang="en-US"/>
          </a:p>
          <a:p>
            <a:r>
              <a:rPr lang="en-US" altLang="en-US"/>
              <a:t>store: Defines where session data is stored (Memory, Redis, MongoDB).</a:t>
            </a:r>
            <a:endParaRPr lang="en-US" altLang="en-US"/>
          </a:p>
          <a:p>
            <a:r>
              <a:rPr lang="en-US" altLang="en-US"/>
              <a:t>cookie: Configures cookie behavior (expiry, path, security).</a:t>
            </a:r>
            <a:endParaRPr lang="en-US" altLang="en-US"/>
          </a:p>
          <a:p>
            <a:r>
              <a:rPr lang="en-US" altLang="en-US"/>
              <a:t>resave: Forces session to be saved even if unmodified.</a:t>
            </a:r>
            <a:endParaRPr lang="en-US" altLang="en-US"/>
          </a:p>
          <a:p>
            <a:r>
              <a:rPr lang="en-US" altLang="en-US"/>
              <a:t>saveUninitialized: Saves a new but unmodified session.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Req.Session Methods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280" y="1529080"/>
            <a:ext cx="11261725" cy="5021580"/>
          </a:xfrm>
        </p:spPr>
        <p:txBody>
          <a:bodyPr>
            <a:normAutofit fontScale="75000"/>
          </a:bodyPr>
          <a:p>
            <a:r>
              <a:rPr lang="en-US" altLang="en-US"/>
              <a:t>1) session.regenerate(callback)</a:t>
            </a:r>
            <a:endParaRPr lang="en-US" altLang="en-US"/>
          </a:p>
          <a:p>
            <a:r>
              <a:rPr lang="en-US" altLang="en-US"/>
              <a:t> To regenerate the session simply invoke the method. Once complete, a new SID and </a:t>
            </a:r>
            <a:endParaRPr lang="en-US" altLang="en-US"/>
          </a:p>
          <a:p>
            <a:r>
              <a:rPr lang="en-US" altLang="en-US"/>
              <a:t>Session instance will be initialized at req.session and the callback will be invoked.</a:t>
            </a:r>
            <a:endParaRPr lang="en-US" altLang="en-US"/>
          </a:p>
          <a:p>
            <a:r>
              <a:rPr lang="en-US" altLang="en-US"/>
              <a:t> req.session.regenerate(function(err) {</a:t>
            </a:r>
            <a:endParaRPr lang="en-US" altLang="en-US"/>
          </a:p>
          <a:p>
            <a:r>
              <a:rPr lang="en-US" altLang="en-US"/>
              <a:t>  // will have a new session here</a:t>
            </a:r>
            <a:endParaRPr lang="en-US" altLang="en-US"/>
          </a:p>
          <a:p>
            <a:r>
              <a:rPr lang="en-US" altLang="en-US"/>
              <a:t> })</a:t>
            </a:r>
            <a:endParaRPr lang="en-US" altLang="en-US"/>
          </a:p>
          <a:p>
            <a:r>
              <a:rPr lang="en-US" altLang="en-US"/>
              <a:t> 2) Session.destroy(callback)</a:t>
            </a:r>
            <a:endParaRPr lang="en-US" altLang="en-US"/>
          </a:p>
          <a:p>
            <a:r>
              <a:rPr lang="en-US" altLang="en-US"/>
              <a:t> Destroys the session and will unset the req.session property. Once complete, the </a:t>
            </a:r>
            <a:endParaRPr lang="en-US" altLang="en-US"/>
          </a:p>
          <a:p>
            <a:r>
              <a:rPr lang="en-US" altLang="en-US"/>
              <a:t>callback will be invoked.</a:t>
            </a:r>
            <a:endParaRPr lang="en-US" altLang="en-US"/>
          </a:p>
          <a:p>
            <a:r>
              <a:rPr lang="en-US" altLang="en-US"/>
              <a:t> req.session.destroy(function(err) {</a:t>
            </a:r>
            <a:endParaRPr lang="en-US" altLang="en-US"/>
          </a:p>
          <a:p>
            <a:r>
              <a:rPr lang="en-US" altLang="en-US"/>
              <a:t>  // cannot access session here</a:t>
            </a:r>
            <a:endParaRPr lang="en-US" altLang="en-US"/>
          </a:p>
          <a:p>
            <a:r>
              <a:rPr lang="en-US" altLang="en-US"/>
              <a:t> })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Req.Session Methods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4960"/>
            <a:ext cx="10515600" cy="4592320"/>
          </a:xfrm>
        </p:spPr>
        <p:txBody>
          <a:bodyPr>
            <a:normAutofit fontScale="80000"/>
          </a:bodyPr>
          <a:p>
            <a:r>
              <a:rPr lang="en-US" altLang="en-US"/>
              <a:t> 3) Session.reload(callback)</a:t>
            </a:r>
            <a:endParaRPr lang="en-US" altLang="en-US"/>
          </a:p>
          <a:p>
            <a:r>
              <a:rPr lang="en-US" altLang="en-US"/>
              <a:t> Reloads the session data from the store and re-populates the req.session object. </a:t>
            </a:r>
            <a:endParaRPr lang="en-US" altLang="en-US"/>
          </a:p>
          <a:p>
            <a:r>
              <a:rPr lang="en-US" altLang="en-US"/>
              <a:t>Once complete, the callback will be invoked.</a:t>
            </a:r>
            <a:endParaRPr lang="en-US" altLang="en-US"/>
          </a:p>
          <a:p>
            <a:r>
              <a:rPr lang="en-US" altLang="en-US"/>
              <a:t> req.session.reload(function(err) {</a:t>
            </a:r>
            <a:endParaRPr lang="en-US" altLang="en-US"/>
          </a:p>
          <a:p>
            <a:r>
              <a:rPr lang="en-US" altLang="en-US"/>
              <a:t>  // session updated</a:t>
            </a:r>
            <a:endParaRPr lang="en-US" altLang="en-US"/>
          </a:p>
          <a:p>
            <a:r>
              <a:rPr lang="en-US" altLang="en-US"/>
              <a:t> })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4) Session.save(callback)</a:t>
            </a:r>
            <a:endParaRPr lang="en-US" altLang="en-US"/>
          </a:p>
          <a:p>
            <a:r>
              <a:rPr lang="en-US" altLang="en-US"/>
              <a:t> Save the session back to the store, replacing the contents on the store with the contents in memory 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Session Store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 web development, a session is like a temporary locker where the server stores user data (like login info or cart items) while they browse your site.</a:t>
            </a:r>
            <a:endParaRPr lang="en-US" altLang="en-US"/>
          </a:p>
          <a:p>
            <a:r>
              <a:rPr lang="en-US" altLang="en-US"/>
              <a:t>Now — that locker has to be kept somewhere, right?</a:t>
            </a:r>
            <a:endParaRPr lang="en-US" altLang="en-US"/>
          </a:p>
          <a:p>
            <a:r>
              <a:rPr lang="en-US" altLang="en-US"/>
              <a:t>That’s exactly what a Session Store is.</a:t>
            </a:r>
            <a:endParaRPr lang="en-US" altLang="en-US"/>
          </a:p>
          <a:p>
            <a:r>
              <a:rPr lang="en-US" altLang="en-US"/>
              <a:t>It’s the place where session data is saved — so that it doesn’t vanish when your app restarts or runs on multiple servers.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Which is The By-Default Session-Store!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 Express (Node.js), if you’re using express-session, the default session store is </a:t>
            </a:r>
            <a:r>
              <a:rPr lang="en-US" altLang="en-US" b="1"/>
              <a:t>MemoryStore </a:t>
            </a:r>
            <a:r>
              <a:rPr lang="en-US" altLang="en-US"/>
              <a:t>— it saves all sessions in your app’s memory. AND...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memory gets wiped out when:</a:t>
            </a:r>
            <a:endParaRPr lang="en-US" altLang="en-US"/>
          </a:p>
          <a:p>
            <a:r>
              <a:rPr lang="en-US" altLang="en-US"/>
              <a:t>the server restarts</a:t>
            </a:r>
            <a:endParaRPr lang="en-US" altLang="en-US"/>
          </a:p>
          <a:p>
            <a:r>
              <a:rPr lang="en-US" altLang="en-US"/>
              <a:t>or your app scales across multiple instances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Real-world Session Stores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73430" y="1544955"/>
            <a:ext cx="10630535" cy="39389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Redis-Session Store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 Redis </a:t>
            </a:r>
            <a:endParaRPr lang="en-US" altLang="en-US"/>
          </a:p>
          <a:p>
            <a:r>
              <a:rPr lang="en-US" altLang="en-US"/>
              <a:t>Open source </a:t>
            </a:r>
            <a:r>
              <a:rPr lang="en-US" altLang="en-US" b="1"/>
              <a:t>NoSQL database</a:t>
            </a:r>
            <a:r>
              <a:rPr lang="en-US" altLang="en-US"/>
              <a:t> technology </a:t>
            </a:r>
            <a:endParaRPr lang="en-US" altLang="en-US"/>
          </a:p>
          <a:p>
            <a:r>
              <a:rPr lang="en-US" altLang="en-US"/>
              <a:t>Uses </a:t>
            </a:r>
            <a:r>
              <a:rPr lang="en-US" altLang="en-US" b="1"/>
              <a:t>key-value pairs</a:t>
            </a:r>
            <a:r>
              <a:rPr lang="en-US" altLang="en-US"/>
              <a:t> which are </a:t>
            </a:r>
            <a:r>
              <a:rPr lang="en-US" altLang="en-US" b="1"/>
              <a:t>stored in memory.</a:t>
            </a:r>
            <a:r>
              <a:rPr lang="en-US" altLang="en-US"/>
              <a:t> </a:t>
            </a:r>
            <a:endParaRPr lang="en-US" altLang="en-US"/>
          </a:p>
          <a:p>
            <a:r>
              <a:rPr lang="en-US" altLang="en-US"/>
              <a:t>Store </a:t>
            </a:r>
            <a:r>
              <a:rPr lang="en-US" altLang="en-US" b="1"/>
              <a:t>complex data structures like lists and sets, among others. </a:t>
            </a:r>
            <a:endParaRPr lang="en-US" altLang="en-US" b="1"/>
          </a:p>
          <a:p>
            <a:r>
              <a:rPr lang="en-US" altLang="en-US"/>
              <a:t>And since it runs from memory, </a:t>
            </a:r>
            <a:r>
              <a:rPr lang="en-US" altLang="en-US" b="1"/>
              <a:t>it is very fast. </a:t>
            </a:r>
            <a:endParaRPr lang="en-US" altLang="en-US"/>
          </a:p>
          <a:p>
            <a:r>
              <a:rPr lang="en-US" altLang="en-US"/>
              <a:t>It is perfect for storing and retrieving application session data.</a:t>
            </a:r>
            <a:endParaRPr lang="en-US" altLang="en-US"/>
          </a:p>
          <a:p>
            <a:pPr lvl="0"/>
            <a:r>
              <a:rPr lang="en-US" altLang="en-US"/>
              <a:t> </a:t>
            </a:r>
            <a:r>
              <a:rPr lang="en-US" altLang="en-US" b="1"/>
              <a:t>Installation</a:t>
            </a:r>
            <a:endParaRPr lang="en-US" altLang="en-US" b="1"/>
          </a:p>
          <a:p>
            <a:pPr lvl="1"/>
            <a:r>
              <a:rPr lang="en-US" altLang="en-US" b="1"/>
              <a:t> npm install express express-session connect-redis redis</a:t>
            </a:r>
            <a:endParaRPr lang="en-US" altLang="en-US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Example : </a:t>
            </a:r>
            <a:br>
              <a:rPr lang="en-US"/>
            </a:br>
            <a:r>
              <a:rPr lang="en-US"/>
              <a:t>ChatGPT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16070" y="0"/>
            <a:ext cx="807593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Express-Cookie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 cookie is a small piece of data stored on the client side (browser) and sent with every HTTP request to the server. </a:t>
            </a:r>
            <a:endParaRPr lang="en-US" altLang="en-US"/>
          </a:p>
          <a:p>
            <a:r>
              <a:rPr lang="en-US" altLang="en-US"/>
              <a:t>Cookies help websites remember users and store small pieces of information such as usernames, preferences, and session identifiers.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Working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server sends a small text file (cookie) to the client’s browser.</a:t>
            </a:r>
            <a:endParaRPr lang="en-US" altLang="en-US"/>
          </a:p>
          <a:p>
            <a:r>
              <a:rPr lang="en-US" altLang="en-US"/>
              <a:t>The browser stores this file locally.</a:t>
            </a:r>
            <a:endParaRPr lang="en-US" altLang="en-US"/>
          </a:p>
          <a:p>
            <a:r>
              <a:rPr lang="en-US" altLang="en-US"/>
              <a:t>With every subsequent request, the browser sends the cookie back to the server.</a:t>
            </a:r>
            <a:endParaRPr lang="en-US" altLang="en-US"/>
          </a:p>
          <a:p>
            <a:r>
              <a:rPr lang="en-US" altLang="en-US"/>
              <a:t>The server uses this data to identify the user or retrieve saved preferences.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: Cookie-Parser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22415" y="118745"/>
            <a:ext cx="5089525" cy="65487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3944</Words>
  <Application>WPS Presentation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Vraj Suratwala</dc:creator>
  <cp:lastModifiedBy>Vraj Suratwala</cp:lastModifiedBy>
  <cp:revision>20</cp:revision>
  <dcterms:created xsi:type="dcterms:W3CDTF">2025-07-23T00:59:00Z</dcterms:created>
  <dcterms:modified xsi:type="dcterms:W3CDTF">2025-10-21T16:36:57Z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18B5C5DF07A649D1B30CE8107123DC3C_11</vt:lpwstr>
  </property>
  <property fmtid="{D5CDD505-2E9C-101B-9397-08002B2CF9AE}" pid="3" name="KSOProductBuildVer">
    <vt:lpwstr>1033-12.2.0.23131</vt:lpwstr>
  </property>
</Properties>
</file>